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Caveat-bold.fntdata"/><Relationship Id="rId16" Type="http://schemas.openxmlformats.org/officeDocument/2006/relationships/font" Target="fonts/Cave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803274" y="4586497"/>
            <a:ext cx="11896807" cy="2831587"/>
            <a:chOff x="0" y="-114300"/>
            <a:chExt cx="15862410" cy="3775450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-114300"/>
              <a:ext cx="8473247" cy="133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55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</a:t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4917498" y="1498356"/>
              <a:ext cx="10944912" cy="2162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Team Name: TeamAlpha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Bhavik Visani — Team Leader (Backend, Database &amp; API)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Diya Shah — Research &amp; Pitch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9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Harshad Baldaniya — UI/UX &amp; Research</a:t>
              </a:r>
              <a:endParaRPr/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42925" y="2001834"/>
            <a:ext cx="8601075" cy="53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THEME</a:t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1972243" y="2525665"/>
            <a:ext cx="11438558" cy="2321168"/>
            <a:chOff x="0" y="-9525"/>
            <a:chExt cx="15251410" cy="3094890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0" y="-9525"/>
              <a:ext cx="14028700" cy="2244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Shipments move blind, until it's too late.</a:t>
              </a:r>
              <a:endParaRPr/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222710" y="1408965"/>
              <a:ext cx="14028700" cy="16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Problem: </a:t>
              </a: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No system continuously scores shipment risk in real time — disruptions are found only when a customer or partner reports a miss.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Impact: </a:t>
              </a: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Recovery gets costly and slow once that happens: expedited freight, penalty clauses, and lost customer trust — all avoidable with earlier warning.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Theme Alignment: </a:t>
              </a: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ChainShield is a working, deployed product solving a real $8B+ logistics problem — built for the innovation, technical depth, and impact this event judges.</a:t>
              </a:r>
              <a:endParaRPr/>
            </a:p>
          </p:txBody>
        </p:sp>
      </p:grpSp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34132" y="1962522"/>
            <a:ext cx="2771894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4" name="Google Shape;104;p15"/>
          <p:cNvGrpSpPr/>
          <p:nvPr/>
        </p:nvGrpSpPr>
        <p:grpSpPr>
          <a:xfrm>
            <a:off x="1452328" y="2029197"/>
            <a:ext cx="11438558" cy="3352800"/>
            <a:chOff x="0" y="0"/>
            <a:chExt cx="15251410" cy="4470400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0" y="0"/>
              <a:ext cx="14028700" cy="447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Solution Overview: </a:t>
              </a: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ChainShield scores every active shipment every 60 seconds across 4 weighted risk factors, auto-flags disruptions, and instantly generates ranked rerouting options for managers.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Key Features: </a:t>
              </a: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Live risk engine, dynamic reroute/hold solutions, 6 role-based dashboards (Admin, Manager, 4 field-operator types), in-app notifications, a Gemini AI assistant, a live world map, direct chat, and a one-click demo mode.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1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Unique Value: </a:t>
              </a: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Turns disruption handling from reactive to preemptive — a transparent, weighted risk formula with an end-to-end notification loop, fully demoable without live production data.</a:t>
              </a:r>
              <a:endParaRPr/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Live now at chainshield-eight.vercel.app</a:t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6" name="Google Shape;106;p15"/>
            <p:cNvSpPr txBox="1"/>
            <p:nvPr/>
          </p:nvSpPr>
          <p:spPr>
            <a:xfrm>
              <a:off x="1222710" y="13994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742427" y="1962522"/>
            <a:ext cx="4706682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2419271" y="2681356"/>
            <a:ext cx="12462895" cy="2983291"/>
            <a:chOff x="0" y="0"/>
            <a:chExt cx="16617193" cy="3977721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0" y="0"/>
              <a:ext cx="15284987" cy="2435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Tech Stack: React 18 + Vite + Leaflet.js (frontend) · FastAPI + SQLAlchemy + SQLite (backend) · JWT + Firebase Auth · APScheduler.</a:t>
              </a:r>
              <a:endParaRPr/>
            </a:p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Data Flow: Frontend polls the backend (JWT) every 30s → Risk Engine scores every shipment every 60s → high-risk shipments become Disruptions with ranked Route Solutions → the field operator gets an instant in-app notification.</a:t>
              </a:r>
              <a:endParaRPr/>
            </a:p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APIs Used: Google Gemini API (AI assistant), OpenWeatherMap API (live weather, with simulation fallback), Firebase Firestore (real-time sync).</a:t>
              </a:r>
              <a:endParaRPr/>
            </a:p>
            <a:p>
              <a:pPr indent="0" lvl="0" marL="0" marR="0" rtl="0" algn="l">
                <a:lnSpc>
                  <a:spcPct val="12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33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Deployment: Frontend → Vercel · Backend → Render (Docker).</a:t>
              </a:r>
              <a:endParaRPr b="0" i="0" sz="3033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1332206" y="3361663"/>
              <a:ext cx="15284987" cy="6160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1913006"/>
            <a:ext cx="9064063" cy="53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MARKET RESEARCH/ANALYSIS</a:t>
            </a:r>
            <a:endParaRPr/>
          </a:p>
        </p:txBody>
      </p:sp>
      <p:grpSp>
        <p:nvGrpSpPr>
          <p:cNvPr id="122" name="Google Shape;122;p17"/>
          <p:cNvGrpSpPr/>
          <p:nvPr/>
        </p:nvGrpSpPr>
        <p:grpSpPr>
          <a:xfrm>
            <a:off x="2963944" y="2617286"/>
            <a:ext cx="11438558" cy="3157191"/>
            <a:chOff x="0" y="0"/>
            <a:chExt cx="15251410" cy="4209589"/>
          </a:xfrm>
        </p:grpSpPr>
        <p:sp>
          <p:nvSpPr>
            <p:cNvPr id="123" name="Google Shape;123;p17"/>
            <p:cNvSpPr txBox="1"/>
            <p:nvPr/>
          </p:nvSpPr>
          <p:spPr>
            <a:xfrm>
              <a:off x="0" y="0"/>
              <a:ext cx="15251410" cy="30375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Target Users: Supply-chain managers, field operators (captains, pilots, drivers, loco pilots), and system admins at freight &amp; 3PL firms.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Market Size: $8.12B in 2025, growing to $56.06B by 2035 — a 21.3% CAGR (Market Research Future, 2025).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Revenue Model: SaaS priced per active-shipment volume or per seat — positioned below enterprise-only players like Everstream and project44.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Expected Growth: Everstream, Resilinc, Exiger, Sphera, and Interos serve large enterprises only — ChainShield's lightweight design opens the mid-market first.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/>
              </a:r>
              <a:endParaRPr b="0" i="0" sz="3027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222710" y="36346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-2138647" y="1632214"/>
            <a:ext cx="9064063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1" name="Google Shape;131;p18"/>
          <p:cNvGrpSpPr/>
          <p:nvPr/>
        </p:nvGrpSpPr>
        <p:grpSpPr>
          <a:xfrm>
            <a:off x="1206137" y="2405409"/>
            <a:ext cx="11438558" cy="3157191"/>
            <a:chOff x="0" y="0"/>
            <a:chExt cx="15251410" cy="4209589"/>
          </a:xfrm>
        </p:grpSpPr>
        <p:sp>
          <p:nvSpPr>
            <p:cNvPr id="132" name="Google Shape;132;p18"/>
            <p:cNvSpPr txBox="1"/>
            <p:nvPr/>
          </p:nvSpPr>
          <p:spPr>
            <a:xfrm>
              <a:off x="0" y="0"/>
              <a:ext cx="14028700" cy="27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Add enterprise SSO and integration APIs so logistics companies can plug ChainShield into their existing systems.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Replace simulated weather/GPS feeds with live carrier and IoT position data for true real-time tracking.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Move from SQLite to PostgreSQL to support real multi-user, multi-company production load.</a:t>
              </a:r>
              <a:endParaRPr/>
            </a:p>
            <a:p>
              <a:pPr indent="-300580" lvl="1" marL="60116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2784"/>
                <a:buFont typeface="Arial"/>
                <a:buChar char="•"/>
              </a:pPr>
              <a:r>
                <a:rPr b="0" i="0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Ship a lightweight mobile app for field operators, so status updates and alerts don't depend on a desktop dashboard.</a:t>
              </a:r>
              <a:endParaRPr/>
            </a:p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784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Longer-term: ML-based anomaly detection trained on historical disruption data, replacing the current fixed-weight formula.</a:t>
              </a:r>
              <a:endParaRPr b="0" i="0" sz="2784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1222710" y="36346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-1537303" y="1601204"/>
            <a:ext cx="9064063" cy="10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EXTRA(OPTIONAL)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9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2196451" y="2405409"/>
            <a:ext cx="11438558" cy="2738091"/>
            <a:chOff x="0" y="0"/>
            <a:chExt cx="15251410" cy="3650789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0" y="0"/>
              <a:ext cx="15251400" cy="24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-326777" lvl="1" marL="653555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3027"/>
                <a:buFont typeface="Arial"/>
                <a:buChar char="•"/>
              </a:pPr>
              <a:r>
                <a:rPr b="0" i="0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Live Prototype: chainshield-eight.vercel.app — fully working demo (see README for demo accounts).</a:t>
              </a:r>
              <a:endParaRPr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-326778" lvl="1" marL="653555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3027"/>
                <a:buFont typeface="IBM Plex Sans"/>
                <a:buChar char="•"/>
              </a:pPr>
              <a:r>
                <a:rPr lang="en-US" sz="3027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Demo Flow: log in as Manager, trigger a demo disruption (Port Strike at Rotterdam), resolve it, then switch to a Field Operator account to see the instant in-app notification.</a:t>
              </a:r>
              <a:endParaRPr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027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Full source and setup instructions go out with the Prototype Round submission (20 Oct).</a:t>
              </a:r>
              <a:endParaRPr b="0" i="0" sz="3027" u="none" cap="none" strike="noStrike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1222710" y="3075840"/>
              <a:ext cx="14028700" cy="574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85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9088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0167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