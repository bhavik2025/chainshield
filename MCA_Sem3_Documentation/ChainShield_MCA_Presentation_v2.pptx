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70" r:id="rId21"/>
    <p:sldId id="271" r:id="rId22"/>
    <p:sldId id="272" r:id="rId23"/>
    <p:sldId id="264" r:id="rId10"/>
    <p:sldId id="265" r:id="rId11"/>
    <p:sldId id="273" r:id="rId24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63"/>
              </a:solidFill>
              <a:effectLst/>
            </c:spPr>
          </c:dPt>
          <c:dPt>
            <c:idx val="1"/>
            <c:bubble3D val="0"/>
            <c:spPr>
              <a:solidFill>
                <a:srgbClr val="3D5AA8"/>
              </a:solidFill>
              <a:effectLst/>
            </c:spPr>
          </c:dPt>
          <c:dPt>
            <c:idx val="2"/>
            <c:bubble3D val="0"/>
            <c:spPr>
              <a:solidFill>
                <a:srgbClr val="E8871E"/>
              </a:solidFill>
              <a:effectLst/>
            </c:spPr>
          </c:dPt>
          <c:dPt>
            <c:idx val="3"/>
            <c:bubble3D val="0"/>
            <c:spPr>
              <a:solidFill>
                <a:srgbClr val="B8650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Weather Severity</c:v>
                </c:pt>
                <c:pt idx="1">
                  <c:v>Route Congestion</c:v>
                </c:pt>
                <c:pt idx="2">
                  <c:v>Cargo Sensitivity</c:v>
                </c:pt>
                <c:pt idx="3">
                  <c:v>Historic Delay Probability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 name, the track (Smart Supply Chains), and the team before moving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in three concrete failure modes, before showing the solution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objectives, then the one-line framing on the right: moving the org from reactive to preemptive.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loop left to right — this is the core mechanic of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how the four signals are weighted into one composite score; the right column shows what the system does at each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Flask/Jinja2 presentation layer, core services in the middle, SQLAlchemy data layer, SQLite database, all packaged in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— Admin, Manager, Field Operator — each with a distinct set of use cases inside the system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components map directly to the six service/blueprint modules in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stack confirmed for the rebuild: Flask + SQLite + Docker, kept deliberately simple and self-contained for an academic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 complete — documentation, environment/Docker, and authentication. Next: the risk engine and the three role-based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headline reframing — reactive to preemptive — backed by four quick stats that summarise the system's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hot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hot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hot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shot-16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6-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hot-17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7-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D5A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871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SUPPLY CHAINS  ·  MCA SEMESTER 3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ChainShield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Logistics &amp; Dynamic Supply Chain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(D51)  ·  Diya Shah (D36)  ·  Shruti Somani (D42)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Dhaval Shah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Institute of Computer Application  |  LJK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are found only after it's too 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9971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99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7802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learn about a delay only after a customer reports a missed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5419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54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84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signals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403250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congestion, cargo risk, and delay history are never fused into one score.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0867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086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02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rerouting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58698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disruption is found, the reroute decision relies on guesswork, not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disruptions before they cascade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29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score every active shipment's disruption risk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79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disruptions the instant a risk threshold is crossed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75888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95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propose ranked, optimised route alternatives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42569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793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managers, then field operators, the moment a decision is made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29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role — admin, manager, operator — its own focused dashboard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281160" y="2103120"/>
            <a:ext cx="2331720" cy="3566160"/>
          </a:xfrm>
          <a:prstGeom prst="roundRect">
            <a:avLst>
              <a:gd name="adj" fmla="val 3922"/>
            </a:avLst>
          </a:prstGeom>
          <a:solidFill>
            <a:srgbClr val="1F2A63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81160" y="27432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ChainShield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shipment is scored on a recurring interval using live weather, congestion, cargo, and history signals.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MEDIUM risk auto-creates a disruption and alerts managers live — escalated if it reaches HIGH.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ranked options (hold, hub reroute, mode switch) with time, ₹ cost and residual-risk trade-offs.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4688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choice is pushed instantly to the assigned field operator's dashboard.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risk score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THRESHOLDS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80760" y="205740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220370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20370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2459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escalated, options re-planned, everyone alerted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4495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319125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19125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3447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auto-created with ranked route options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403250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17920" y="417880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3D5AA8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17880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4123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and watched on dashboards and the live map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5020056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5166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51663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23760" y="51114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23760" y="5422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— risk score updated silently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45490" y="1783080"/>
            <a:ext cx="6270540" cy="46177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6930" y="1874520"/>
            <a:ext cx="60876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10791" y="1783080"/>
            <a:ext cx="5739938" cy="4617720"/>
          </a:xfrm>
          <a:prstGeom prst="roundRect">
            <a:avLst>
              <a:gd name="adj" fmla="val 1524"/>
            </a:avLst>
          </a:prstGeom>
          <a:solidFill>
            <a:srgbClr val="F7F8FC"/>
          </a:solidFill>
          <a:ln/>
        </p:spPr>
      </p:sp>
      <p:pic>
        <p:nvPicPr>
          <p:cNvPr id="5" name="Image 0" descr="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231" y="1874520"/>
            <a:ext cx="5557058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ChainShield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shipment on a recurring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hub reroute / mode switch, ranked by risk, time &amp;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and chat over WebSockets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Reports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hubs, cargo, audit log and CSV reports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Q&amp;A grounded in live data, offline fallback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068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positions, routes and disruption zones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— all milestones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System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Engine, Route Solver &amp; Disruptions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Live Map, Chat &amp; AI Assistant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Testing (101 checks) &amp; Docker 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AA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tracking to preemptive logistics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turns scattered weather, congestion, cargo, and history signals into one transparent risk score per shipment — and pairs every detected disruption with a ranked, actionable route solution, so delays are caught before they cascade.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76072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6676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 interval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28600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 ·  Diya Shah  ·  Shruti Somani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  |  Guided by Prof. Dhaval Shah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— live KPIs and charts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2224739" y="1508760"/>
            <a:ext cx="7742522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Admin dashboard — live KPIs and chart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16179" y="1600200"/>
            <a:ext cx="7559642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shipment map with disruption zones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1857256" y="1508760"/>
            <a:ext cx="8477488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Live shipment map with disruption zone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48696" y="1600200"/>
            <a:ext cx="8294608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with ranked route options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2224739" y="1508760"/>
            <a:ext cx="7742522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Disruptions with ranked route option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16179" y="1600200"/>
            <a:ext cx="7559642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chat and AI assistant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2332456"/>
            <a:ext cx="5547360" cy="3198927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2332456"/>
            <a:ext cx="5547360" cy="3198927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al-time chat and AI assistant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23896"/>
            <a:ext cx="5364480" cy="3016047"/>
          </a:xfrm>
          <a:prstGeom prst="rect">
            <a:avLst/>
          </a:prstGeom>
        </p:spPr>
      </p:pic>
      <p:pic>
        <p:nvPicPr>
          <p:cNvPr id="51" name="Image 0" descr="Real-time chat and AI assistant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423896"/>
            <a:ext cx="5364480" cy="301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role-based dashboards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1694950"/>
            <a:ext cx="5547360" cy="447394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2070647"/>
            <a:ext cx="5547360" cy="3722546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ports and role-based dashboard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6390"/>
            <a:ext cx="5364480" cy="4291060"/>
          </a:xfrm>
          <a:prstGeom prst="rect">
            <a:avLst/>
          </a:prstGeom>
        </p:spPr>
      </p:pic>
      <p:pic>
        <p:nvPicPr>
          <p:cNvPr id="51" name="Image 0" descr="Reports and role-based dashboards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162087"/>
            <a:ext cx="5364480" cy="3539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— 101 automated checks, 0 failures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account deactivation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formula, disruption creation &amp; escalation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 ranking &amp; resolution alerts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&amp; chat (Socket.IO)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CSV export, admin CRUD, demo 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run (Gunicorn + eventlet)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2026-08-25T03:07:52Z</dcterms:created>
  <dcterms:modified xsi:type="dcterms:W3CDTF">2026-08-25T03:07:52Z</dcterms:modified>
</cp:coreProperties>
</file>